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914400"/>
            <a:ext cx="3200400" cy="32004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2011680" cy="2011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6858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STAGE — PFE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685800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d'un pipeline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preparation de donnees STM32Cube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plateforme ST ChatGPT (RAG)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donnee brute GitHub a l'assistance technique 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" y="4206240"/>
            <a:ext cx="8979408" cy="9372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315968"/>
            <a:ext cx="6858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STMicroelectronics Tunis   |   Encadrant : AMAMOU Mohamed Ridha   |   Abir GHARBI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4315968"/>
            <a:ext cx="1463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8795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87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502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Problematique et contexte metier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18795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38528"/>
            <a:ext cx="4187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502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ST ChatGPT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414016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Knowledge Base · Data Source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8795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62656"/>
            <a:ext cx="4187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35808"/>
            <a:ext cx="502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035808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traitees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438144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specifiques et chiffres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986784"/>
            <a:ext cx="418795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86784"/>
            <a:ext cx="4187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59936"/>
            <a:ext cx="502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4059936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de preprocessing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4462272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Etapes, feature engineering, agents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36592" y="914400"/>
            <a:ext cx="418795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914400"/>
            <a:ext cx="4187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987552"/>
            <a:ext cx="502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22392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et evaluation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22392" y="1389888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50 questions — analyse des chiffres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36592" y="1938528"/>
            <a:ext cx="418795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938528"/>
            <a:ext cx="4187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011680"/>
            <a:ext cx="502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22392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configurations A vs B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22392" y="2414016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mesure et ce qu'on observe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962656"/>
            <a:ext cx="418795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2962656"/>
            <a:ext cx="4187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035808"/>
            <a:ext cx="502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422392" y="3035808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a faire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22392" y="3438144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concretes, criteres de validation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36592" y="3986784"/>
            <a:ext cx="418795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3986784"/>
            <a:ext cx="4187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059936"/>
            <a:ext cx="502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422392" y="4059936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Echanges et discussion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22392" y="4462272"/>
            <a:ext cx="3383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retours pour la suite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problematique d'abord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2860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228600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682496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664208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technique STM32 existe deja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194560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dispersee : issues GitHub, documentation, release notes, differents repos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743200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724912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n'est pas facilement retrouvable lors d'un diagnostic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33472" y="1143000"/>
            <a:ext cx="347472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33472" y="1143000"/>
            <a:ext cx="34747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24912" y="16824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0944" y="1664208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brutes contiennent du HTML, des images, des blocs de code, des references croisees — nettoyage complexe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24912" y="221284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80944" y="2194560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structure commune entre issues, fichiers techniques et PRs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24912" y="27432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80944" y="2724912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de reponse directement liee a la qualite des donnees injectees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24912" y="327355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0944" y="3255264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inconstants selon la formulation de la question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24912" y="380390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80944" y="3785616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PDFs contiennent des figures non exploitables directement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24912" y="433425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80944" y="4315968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a plusieurs repos necessite un pipeline robuste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36208" y="1143000"/>
            <a:ext cx="22860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6208" y="1143000"/>
            <a:ext cx="22860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1143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27648" y="16824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664208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de preparation de donnees STM32Cube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27648" y="22128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194560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et enrichir les donnees pour le moteur RAG 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27648" y="27432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724912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Ameliorer la qualite et la pertinence des reponses de la persona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5074920"/>
            <a:ext cx="863193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50932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 cle : la qualite de reponse de la persona ST ChatGPT depend directement de la qualite des donnees preparees — c'est le coeur de ce PFE.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ST ChatGPT — Fonctionnement general (vision cible)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persona est construite et interrogee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0332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" y="149047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JSON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JSON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719072"/>
            <a:ext cx="53035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673352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96012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10332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57984" y="149047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PARENT_CHILD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75888" y="1719072"/>
            <a:ext cx="53035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3088" y="1673352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0208" y="96012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10332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05072" y="149047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systeme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associees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22976" y="1719072"/>
            <a:ext cx="53035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0176" y="1673352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7296" y="96012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0332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149047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utilisateur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(Prompt utilisateur)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0064" y="1719072"/>
            <a:ext cx="402336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1673352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96012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2944" y="10332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 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52944" y="149047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Sourçage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Issue/PR/doc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2633472"/>
            <a:ext cx="372160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56032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Mon travail : preparer les Data Sources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063240"/>
            <a:ext cx="8631936" cy="102412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3108960"/>
            <a:ext cx="8321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utilisateur (question recue) — comment ca fonctionne en arriere-plan :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" y="345643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" y="3438144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posee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l'utilisateur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42032" y="345643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34640" y="3438144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vectorielle dans KB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0016" y="345643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0016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92624" y="3438144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Recuperation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passages pertinents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345643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50608" y="3438144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reponse sourcee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4187952"/>
            <a:ext cx="8631936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242816"/>
            <a:ext cx="8321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PARENT_CHILD dans la KB :  child ≈ 1 000 tokens (recherche)  |  parent ≈ 3 000 tokens (contexte envoye au LLM)  |  La recherche remonte le child, la reponse est construite a partir du parent complet.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donnees — Specifiques et chiffrees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41879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05840"/>
            <a:ext cx="4187952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GitHub STM32Cube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64992" y="96926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64992" y="1353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517904"/>
            <a:ext cx="164592" cy="16459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481328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: STM32CubeH7, STM32CubeH5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47088"/>
            <a:ext cx="164592" cy="16459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810512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: title, body, labels, state, comments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164592" cy="16459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139696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/ closed_at / github_url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164592" cy="16459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468880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detectees → balise [IMAGE]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393192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raw_issues_&lt;repo&gt;.json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879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05840"/>
            <a:ext cx="41879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05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techniques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96926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0" y="1353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73168" y="151790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481328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(racine + Projects/**)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18470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810512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(.html / .md)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21762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139696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Documentation/ (texte + PDF)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25054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468880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PDF extraites (PDF Vision Agent)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3168" y="2724912"/>
            <a:ext cx="393192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raw_files_&lt;repo&gt;.json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6032" y="3090672"/>
            <a:ext cx="41879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090672"/>
            <a:ext cx="41879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0906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et Commits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64992" y="305409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364992" y="34381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issue↔PR↔commit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36027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3566160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raw_prs_&lt;repo&gt;.json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931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" y="3895344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raw_commits_&lt;repo&gt;.json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2611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4224528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link_score + link_confidence calcules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5902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" y="4553712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resolution_status : merged_fix, candidate_fix...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809744"/>
            <a:ext cx="393192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issue_pr_commit_links_&lt;repo&gt;.json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63440" y="3090672"/>
            <a:ext cx="41879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3090672"/>
            <a:ext cx="4187952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0906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Cases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72400" y="305409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772400" y="34381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73168" y="3602736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0912" y="3566160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resolver_card_text : Problem/Fix/Evidence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73168" y="3931920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10912" y="3895344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PRs + commit evidence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73168" y="4261104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0912" y="4224528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technical_pattern_tags : overflow, dma_size...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73168" y="4590288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4553712"/>
            <a:ext cx="373075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la generalisation par classe de bug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73168" y="4809744"/>
            <a:ext cx="393192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resolver_cases_&lt;repo&gt;.json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preprocessing — Etapes et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donnee brute au format ST-ready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841248"/>
            <a:ext cx="1115568" cy="14173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fetch_issues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fetch_files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53312" y="1531620"/>
            <a:ext cx="914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485900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841248"/>
            <a:ext cx="1115568" cy="1417320"/>
          </a:xfrm>
          <a:prstGeom prst="rect">
            <a:avLst/>
          </a:prstGeom>
          <a:solidFill>
            <a:srgbClr val="1A4B6D"/>
          </a:solidFill>
          <a:ln w="12700">
            <a:solidFill>
              <a:srgbClr val="1A4B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89611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81328" y="1298448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1531620"/>
            <a:ext cx="914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485900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841248"/>
            <a:ext cx="1115568" cy="1417320"/>
          </a:xfrm>
          <a:prstGeom prst="rect">
            <a:avLst/>
          </a:prstGeom>
          <a:solidFill>
            <a:srgbClr val="15596B"/>
          </a:solidFill>
          <a:ln w="12700">
            <a:solidFill>
              <a:srgbClr val="155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8336" y="89611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88336" y="1298448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V2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67328" y="1531620"/>
            <a:ext cx="914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85616" y="1485900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58768" y="841248"/>
            <a:ext cx="111556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5344" y="89611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95344" y="1298448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cosine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related_issue_ids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74336" y="1531620"/>
            <a:ext cx="914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92624" y="1485900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65776" y="841248"/>
            <a:ext cx="1115568" cy="1417320"/>
          </a:xfrm>
          <a:prstGeom prst="rect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89611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2352" y="1298448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PARENT_CHILD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child=1000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parent=3000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81344" y="1531620"/>
            <a:ext cx="914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1485900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2784" y="841248"/>
            <a:ext cx="111556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89611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1298448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questions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88352" y="1531620"/>
            <a:ext cx="9144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1485900"/>
            <a:ext cx="73152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79792" y="841248"/>
            <a:ext cx="1115568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89611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16368" y="1298448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7744" y="2395728"/>
            <a:ext cx="4315968" cy="2542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2450592"/>
            <a:ext cx="4059936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Enrichment V2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2816352"/>
            <a:ext cx="1097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1089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419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issue_kind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73075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(HAL/BSP/CMSIS)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0416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3525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" y="4334256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6634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" y="4645152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(DMA, USB...)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5010912"/>
            <a:ext cx="1371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4773168"/>
            <a:ext cx="4059936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file_type  |  board  |  component  |  example_name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36592" y="2395728"/>
            <a:ext cx="4151376" cy="2542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864608" y="2450592"/>
            <a:ext cx="391363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specialises dans le projet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64608" y="2834640"/>
            <a:ext cx="39136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56048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64608" y="32461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02352" y="3227832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le flux de donnees du pipeline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64608" y="355701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2352" y="3538728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les schemas JSON et resultats de tests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64608" y="38679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2352" y="384962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strategies de structuration/chunking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64608" y="41788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2352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les resultats des runs 50Q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64608" y="4526280"/>
            <a:ext cx="391363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56048" y="4526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864608" y="4937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2352" y="4919472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 et extrait les figures des PDFs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864608" y="52486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2352" y="5230368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des descriptions textuelles injectables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et Resolver Cases — Deux couches complementaires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4133088" cy="40416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413308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Similarity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etape 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issues differentes peuvent decrire le meme probleme avec des mots differents. Calculer leur similarite permet d'enrichir chaque issue avec des references croisees utiles.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68833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70048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applique sur les clean_text des issues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30540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35808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cosine entre chaque paire d'issues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419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01568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du champ related_issue_ids dans chaque issue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78561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767328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similarite configure (configurable)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metier 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4480560"/>
            <a:ext cx="388620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498848"/>
            <a:ext cx="3703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(DMA circulaire inconsistant) → similaire a Issue B (resolue avec fix HAL_DMA) → related_issue_ids enrichi → meilleure reponse de la persona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224528" cy="40416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960120"/>
            <a:ext cx="4224528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024128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Cases — Valeur ajoutee cle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91456" y="1389888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Resolver Case 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91456" y="1682496"/>
            <a:ext cx="39776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structure construit a partir des liens issue → PR → commits. Il resume tout ce qu'on sait d'un bug resolu : le probleme, la preuve du fix, et le pattern technique associe.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91456" y="2377440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cles 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91456" y="2688336"/>
            <a:ext cx="155448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6883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resolver_card_text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19088" y="2706624"/>
            <a:ext cx="23774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Fix / Evidence structure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91456" y="3035808"/>
            <a:ext cx="155448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link_score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19088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confiance numerique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91456" y="3383280"/>
            <a:ext cx="155448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3383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link_confidence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19088" y="3401568"/>
            <a:ext cx="23774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merged_fix / candidate_fix / reference_only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91456" y="3730752"/>
            <a:ext cx="155448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resolution_status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19088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de resolution confirme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1456" y="4078224"/>
            <a:ext cx="155448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technical_pattern_tags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19088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overflow, uint16_limit, dma_size, alignment...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91456" y="4462272"/>
            <a:ext cx="9144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24144" y="4462272"/>
            <a:ext cx="3063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au-dela de la similarite d'issues → retrouver des patterns de resolution pour orienter le diagnostic de nouveaux bugs.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du run 50 questions — Analyse detaillee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8631936" cy="566928"/>
          </a:xfrm>
          <a:prstGeom prst="rect">
            <a:avLst/>
          </a:prstGeom>
          <a:solidFill>
            <a:srgbClr val="1A2E4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8321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50 questions de reference (P0/P1/P2) executees automatiquement sur la persona ST ChatGPT. Objectif : mesurer objectivement la qualite et suivre la progression a chaque cycle.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1600200"/>
            <a:ext cx="1609344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600200"/>
            <a:ext cx="1609344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691640"/>
            <a:ext cx="151790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" y="2194560"/>
            <a:ext cx="1517904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93392" y="1600200"/>
            <a:ext cx="1609344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600200"/>
            <a:ext cx="160934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1691640"/>
            <a:ext cx="151790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39112" y="2194560"/>
            <a:ext cx="1517904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reussis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30752" y="1600200"/>
            <a:ext cx="1609344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0752" y="1600200"/>
            <a:ext cx="1609344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1691640"/>
            <a:ext cx="151790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76472" y="2194560"/>
            <a:ext cx="1517904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68112" y="1600200"/>
            <a:ext cx="1609344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68112" y="1600200"/>
            <a:ext cx="1609344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13832" y="1691640"/>
            <a:ext cx="151790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13832" y="2194560"/>
            <a:ext cx="1517904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05472" y="1600200"/>
            <a:ext cx="1609344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05472" y="1600200"/>
            <a:ext cx="1609344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1192" y="1691640"/>
            <a:ext cx="151790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251192" y="2194560"/>
            <a:ext cx="1517904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geeneriques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688336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688336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761488"/>
            <a:ext cx="391363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appels reussis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3072384"/>
            <a:ext cx="3913632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a repondu sans erreur pour 26 questions. C'est sur ces 26 reponses que la qualite est evaluee. Les 24 restants n'ont pas de reponse analysable — c'est le blocage principal.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3950208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950208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023360"/>
            <a:ext cx="391363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exceptions runner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" y="4334256"/>
            <a:ext cx="3913632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appels ont echoue (timeout, erreur API, format). Ce ne sont pas des mauvaises reponses — ce sont des bugs d'infrastructure a corriger en priorite absolue (P0). Sans runner stable, il n'y a pas de mesure fiable.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81728" y="2688336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81728" y="2688336"/>
            <a:ext cx="54864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761488"/>
            <a:ext cx="391363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reponses precises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64608" y="3072384"/>
            <a:ext cx="3913632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26 reponses recues, 14 sont exploitables : diagnostic utile, contexte technique, orientation de fix. C'est le signal positif actuel qui valide l'approche.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81728" y="3950208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81728" y="3950208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023360"/>
            <a:ext cx="391363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reponses generiques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64608" y="4334256"/>
            <a:ext cx="3913632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reponses du type 'je n'ai pas assez d'information'. Causes : donnees manquantes sur ce sujet, chunks trop bruts, ou retrieval qui ne remonte pas les bons passages.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5193792"/>
            <a:ext cx="8631936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5212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le cœur fonctionnel existe. Blocage n°1 = stabilite du runner (24 exceptions). Blocage n°2 = couverture retrieval (12 reponses generiques sur sujets non couverts).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configurations A vs B — Ce qu'on mesure et ce qu'on observe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8631936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8321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memes 50 questions posees a deux versions differentes de la KB. On mesure l'impact du contenu injecte sur la qualite des reponses.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1517904"/>
            <a:ext cx="41605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17904"/>
            <a:ext cx="4160520" cy="38404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17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 — Issues uniquement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3913632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chargee avec : issues GitHub STM32CubeH7 uniquement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fichiers techniques ni de documentation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1517904"/>
            <a:ext cx="418795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517904"/>
            <a:ext cx="41879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51790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 — Issues + Fichiers techniques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91456" y="1965960"/>
            <a:ext cx="3950208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chargee avec : issues GitHub + README + Release Notes + Documentation + PDFs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documentaire complete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852928"/>
            <a:ext cx="41148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5292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question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0832" y="2852928"/>
            <a:ext cx="2011680" cy="32918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852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852928"/>
            <a:ext cx="248716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8529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218688"/>
            <a:ext cx="4114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73552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issues (bugs signales)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70832" y="3218688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10128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218688"/>
            <a:ext cx="248716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310128"/>
            <a:ext cx="248716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7490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803904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fichiers (doc, config, API)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70832" y="37490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840480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749040"/>
            <a:ext cx="24871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840480"/>
            <a:ext cx="248716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4279392"/>
            <a:ext cx="4114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334256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mixtes (bug + contexte doc)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70832" y="4279392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4370832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4279392"/>
            <a:ext cx="248716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370832"/>
            <a:ext cx="248716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" y="4846320"/>
            <a:ext cx="8631936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882896"/>
            <a:ext cx="8321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Config A = aucune reponse sur les questions fichiers/doc.  Config B = meilleure couverture globale.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fichiers = KB plus complete. Les questions mixtes montrent encore un besoin d'amelioration du retrieval.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a faire — Plan concret avec criteres de validation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4187952" cy="13533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4187952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Stabiliser le runner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996696"/>
            <a:ext cx="987552" cy="23774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99669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Critique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47472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: 24/50 appels echouent → aucune mesure fiable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600200"/>
            <a:ext cx="3977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les timeouts et erreurs API · Ajouter retry automatique · Objectif : 0 exception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3911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075688"/>
            <a:ext cx="397764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: 0 exception sur run 50Q complet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" y="2423160"/>
            <a:ext cx="4187952" cy="13533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423160"/>
            <a:ext cx="4187952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Renforcer le retrieval sur domaines faibles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459736"/>
            <a:ext cx="987552" cy="23774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459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Critique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7472" y="2788920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: 12 reponses generiques = USB, I2C, ADC, FDCAN, Ethernet non couverts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063240"/>
            <a:ext cx="3977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issues et fichiers cibles · Verifier que les chunks remontent correctement · Ameliorer le cleaning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50215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538728"/>
            <a:ext cx="397764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: reponses generiques &lt; 20%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3886200"/>
            <a:ext cx="4187952" cy="13533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886200"/>
            <a:ext cx="418795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Enrichir les Resolver Cases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922776"/>
            <a:ext cx="98755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9227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Haut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7472" y="4251960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: Pour les nouveaux bugs sans issue liee, le systeme repond 'I DON'T KNOW'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4526280"/>
            <a:ext cx="3977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technical_pattern_tags · overflow, uint16_limit, dma_size, alignment... · Permettre un retrieval par classe de bug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96519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5001768"/>
            <a:ext cx="397764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: couverture bugs nouveaux amelioree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960120"/>
            <a:ext cx="4187952" cy="13533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960120"/>
            <a:ext cx="418795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Evaluation formelle de l'agent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90688" y="996696"/>
            <a:ext cx="98755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0688" y="99669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Haut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54880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: L'agent n'est pas evalue — son impact reel n'est pas mesure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1600200"/>
            <a:ext cx="3977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metriques : temps, qualite descriptions, taux erreur · Protocole de validation sur echantillon de chunks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03911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075688"/>
            <a:ext cx="397764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: rapport d'evaluation agent produit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2423160"/>
            <a:ext cx="4187952" cy="13533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423160"/>
            <a:ext cx="41879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Generalisation a d'autres repos STM32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90688" y="2459736"/>
            <a:ext cx="987552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90688" y="2459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Moyen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54880" y="2788920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: Actuellement concentre sur H7 — support demande une couverture plus large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3063240"/>
            <a:ext cx="3977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Etendre a STM32CubeH5 apres stabilisation H7 · Verifier compatibilite schemas et scripts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50215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538728"/>
            <a:ext cx="397764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: H5 pipeline operationnel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3440" y="3886200"/>
            <a:ext cx="4187952" cy="13533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886200"/>
            <a:ext cx="41879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Relancer cycle complet 50Q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90688" y="3922776"/>
            <a:ext cx="987552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39227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Moyen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754880" y="4251960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: Mesurer le progres apres toutes les actions P0/P1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54880" y="4526280"/>
            <a:ext cx="3977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automatique apres correction runner · Comparer vs baseline actuel · Valider go/no-go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496519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5001768"/>
            <a:ext cx="397764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: amelioration measurable vs baseline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011680"/>
            <a:ext cx="3291840" cy="329184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0"/>
            <a:ext cx="6217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" y="987552"/>
            <a:ext cx="6400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Pipeline complet et operationnel sur STM32CubeH7 (7 etapes)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Issues + fichiers + PRs + Resolver Cases dans la KB 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" y="2121408"/>
            <a:ext cx="6400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18 diagnostic cards livrees · 50 questions de test cadrees · 5 000+ fichiers indexes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2688336"/>
            <a:ext cx="6400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Priorite : stabiliser le runner + renforcer le retrieval sur domaines faibles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3255264"/>
            <a:ext cx="6400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final : persona utile et tracable pour l'assistance technique STM32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3886200"/>
            <a:ext cx="6400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Echanges, questions et discussion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4407408"/>
            <a:ext cx="5486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2026-05-03T20:15:25Z</dcterms:created>
  <dcterms:modified xsi:type="dcterms:W3CDTF">2026-05-03T20:15:25Z</dcterms:modified>
</cp:coreProperties>
</file>